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65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685800" cy="685800"/>
          </a:xfrm>
          <a:prstGeom prst="roundRect">
            <a:avLst/>
          </a:prstGeom>
          <a:solidFill>
            <a:srgbClr val="9AE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8595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F3E"/>
                </a:solidFill>
                <a:latin typeface="Aptos"/>
              </a:defRPr>
            </a:pPr>
            <a:r>
              <a:t>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FITNESS ACTIVITY</a:t>
            </a:r>
            <a:br>
              <a:rPr dirty="0"/>
            </a:br>
            <a:r>
              <a:rPr dirty="0"/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285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AE8BF"/>
                </a:solidFill>
                <a:latin typeface="Aptos"/>
              </a:defRPr>
            </a:pPr>
            <a:r>
              <a:rPr lang="en-IN" dirty="0"/>
              <a:t>PRESENTED BY: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6523" y="3068249"/>
            <a:ext cx="1005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r>
              <a:rPr lang="en-IN" dirty="0"/>
              <a:t>SHAIK.NAZEER BHAI(25MVCSMR0439)</a:t>
            </a:r>
          </a:p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r>
              <a:rPr lang="en-IN" dirty="0"/>
              <a:t>K BHARATH REDDY(25MVCSMR0401)</a:t>
            </a:r>
          </a:p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r>
              <a:rPr lang="en-IN" dirty="0"/>
              <a:t>P.NEERAJ(25MVCSMR0429)</a:t>
            </a:r>
          </a:p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r>
              <a:rPr lang="en-IN" dirty="0"/>
              <a:t>M.DHANUNJAY(25MVCSMR0412)</a:t>
            </a:r>
          </a:p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endParaRPr lang="en-IN" dirty="0"/>
          </a:p>
          <a:p>
            <a:pPr>
              <a:defRPr sz="1100" b="1">
                <a:solidFill>
                  <a:srgbClr val="B2C6B7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People often record workouts inconsistently or in separate apps and notebooks.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Without a clear overview, it is difficult to understand activity patterns and progress.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Build a MERN-based dashboard to record workout sessions and visualize fitness activity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Provide a simple interface to add and review workouts.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Store workout type, date, duration, calories, and optional notes.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Summarize total sessions, active minutes, and calories burned.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Use charts and history to make progress easier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React frontend provides the dashboard, form, summary cards, and chart.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Node.js + Express expose REST API endpoints for workout records.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MongoDB stores workout data; Mongoose validates and queries records.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Recharts visualizes duration totals grouped by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Create: log a new workout with type, duration, calories, date, and notes.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Read: see recent sessions and overall dashboard totals.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Delete: remove a workout record from history.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Visualize: view workout duration by date in an interactive area chart.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Validate required fields and show API/database errors in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MongoDB — document database for workout records.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Express.js — REST API and request validation.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React — component-based user interface and state management.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Node.js — JavaScript server runtime.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Recharts and Lucide React — charting and interface icons.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Vite — frontend development server and build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User interacts with the React dashboard in the browser.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React sends HTTP requests to the Express API via /api/workouts.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Express uses Mongoose to read/write workout documents in MongoDB.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API responses update React state, totals, history, and the progress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Data Model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Workout fields: type, duration, calories, date, notes, createdAt, updatedAt.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GET /api/workouts — retrieve workouts, newest first.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POST /api/workouts — validate and save a workout.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DELETE /api/workouts/:id — delete a selected workout.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GET /api/health — check that the API is responding.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Workflow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1. User fills in the workout form.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2. React validates required inputs and sends a POST request.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3. Express validates the request and Mongoose saves it to MongoDB.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4. The new workout is returned and added to dashboard state.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5. Summary cards and chart recalculate from recorded workouts.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Add a valid workout and verify it appears in history and totals.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Try missing workout type, invalid duration, or negative calories.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Delete a record and verify it disappears from the list and totals.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Restart the app and confirm records persist in MongoDB.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Test mobile layout and backend-unavailable error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User registration, login, and personal workout history.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Edit existing workouts and filter by date or activity type.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Weekly/monthly goals, streaks, and personal records.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Export reports to CSV/PDF and add mobile-friendly PWA support.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Integrate wearable devices or health APIs where appropriate.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The Fitness Activity Dashboard centralizes workout logging in one interface.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Dashboard metrics and charts make activity patterns easier to track.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The MERN stack supports a modular, scalable foundation for future features.</a:t>
            </a:r>
          </a:p>
          <a:p>
            <a:pPr>
              <a:spcAft>
                <a:spcPts val="1700"/>
              </a:spcAft>
              <a:defRPr sz="2100">
                <a:solidFill>
                  <a:srgbClr val="12221A"/>
                </a:solidFill>
                <a:latin typeface="Aptos"/>
              </a:defRPr>
            </a:pPr>
            <a:r>
              <a:t>•  Outcome: a practical full-stack project demonstrating CRUD, REST APIs, database storage, and data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2221A"/>
                </a:solidFill>
                <a:latin typeface="Aptos Display"/>
              </a:defRPr>
            </a:pPr>
            <a:r>
              <a:t>Live Demo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Start MongoDB and configure server/.env using .env.example.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Terminal 1: cd server → npm install → npm run dev.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Terminal 2: cd client → npm install → npm run dev.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Open the Vite local URL, log a workout, inspect the chart, and delete a record.</a:t>
            </a:r>
          </a:p>
          <a:p>
            <a:pPr>
              <a:spcAft>
                <a:spcPts val="1700"/>
              </a:spcAft>
              <a:defRPr sz="1900">
                <a:solidFill>
                  <a:srgbClr val="12221A"/>
                </a:solidFill>
                <a:latin typeface="Aptos"/>
              </a:defRPr>
            </a:pPr>
            <a:r>
              <a:t>•  Project source includes README, frontend, backend, API routes, model, and styles.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F63"/>
                </a:solidFill>
                <a:latin typeface="Aptos"/>
              </a:defRPr>
            </a:pPr>
            <a:r>
              <a:t>FITNESS ACTIVITY DASHBOARD  •  MERN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854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reddy</cp:lastModifiedBy>
  <cp:revision>3</cp:revision>
  <dcterms:created xsi:type="dcterms:W3CDTF">2013-01-27T09:14:16Z</dcterms:created>
  <dcterms:modified xsi:type="dcterms:W3CDTF">2026-10-10T08:14:37Z</dcterms:modified>
  <cp:category/>
</cp:coreProperties>
</file>